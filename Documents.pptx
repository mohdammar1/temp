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  <p:sldId id="263" r:id="rId8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6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1FDF3-C020-CF48-5C32-B0BFA8F80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837825-49AF-1292-908F-F90CB2104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DD713-97AE-8B2B-CFCB-D214A0C1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D71F2-A8C8-B3C3-2CEC-31B361D31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6DF0E-9033-BC01-5BCC-2ABD38A4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63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D5AF-6054-D047-61BF-EBAE353F0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0FE7B-4AC1-2AC4-4EB3-69AA2C20A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6066D-7B6A-29D8-5570-F5946A5A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6EAB-9362-4C27-E450-7EBEE080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A1514-4416-C89B-3093-3F98C2FC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63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E31D7-3A8C-2CAA-BE68-02F2028BA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7A91A-D756-6D0C-FF6C-608782613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F312-D0C9-A41F-88D6-96A65CCC3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D9BE9-5F76-0275-A8F8-94D6ED360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B592C-1380-B3C2-3890-7A0365CC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8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FA54-6ACA-5B4C-33ED-F9F488EE9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49AD8-B2D4-BB3F-0572-F26CB62CAC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D45CD-1F28-1876-7F16-A3686865D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CE5B4-AF9E-5E19-FBF8-2432B2C65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4ED19-F7CD-F920-0FFD-63F27447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707A4-B445-634C-FD89-32EA2F37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54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1D8C-E9D4-503A-B916-84480C617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55983-2BCD-FF84-6FBA-03F924207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F5A37-0C43-8179-015B-3E6AC49C3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3755F1-F4C5-C2E4-BC02-40484DBAC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F5CE8-13B5-0EBB-2754-20ABDCB2B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759564-B81E-484D-4771-5C43BCB3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55280-17F7-63CF-92A8-71E4DA34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E41292-2BB2-96C8-7BDB-DEEECC79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19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19D7-E0DB-1975-F808-9EC68000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4496B9-6107-15ED-E29C-FC545318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CBD62-F246-D1B3-E6C6-BC1581B2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47748-4739-88A8-DC0A-33D3D4CF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141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44DAE-C0F0-150F-3350-287B1B9C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EC83E-ECBD-8F60-271C-A6802AC6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F830-6667-7081-1D47-7C814C5B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336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2762-B473-E09C-2E8F-32558BC98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10DE3-1633-07E8-A2E2-7E0963AE3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8B61-0929-4A69-4065-1C28807A9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F56F-B5E1-DD83-622F-2889570BF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18BE4-D0E0-A1CA-AADA-28ABA50F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85EC0-DCE5-13B8-BF98-4D366DBFC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3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FFA0-4F91-A2DA-B607-7BEEC9825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790215-9B68-D9F6-A5FF-7B68D8CF1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0EFE5-F049-5089-2177-5A6FFFE00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F2448-656C-BD0E-B310-ED8F3EF4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6D662-8558-562F-B545-68B4972B3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4F520-6515-A0AF-C554-FE345FA44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779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3708-7A9E-3B52-B30D-B25D43FA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AB608-8DD2-0BB0-C9B6-E6D1F8E3B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5F376-F5BF-26F2-B519-47FBB5FB3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1E2C4-4A7A-08D7-0710-6490E072E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AA993-83A4-C00A-A45D-2256927A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56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131C0A-A00B-A6B1-5E6B-006D46534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CBFE5-BF0A-5ED3-36E6-80D76A057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382D-FDB6-7E08-B720-A913B117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44685-ADB7-8AF7-2164-2BA2275E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B918A-8FAD-55F4-716A-BF98ACAF3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04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75ED9-DC7E-D2C6-2040-08F30DA4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36D4E-01EF-8B23-B8D8-373C888E0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CEBDE-01C4-B774-D924-6311D861E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7300B-9871-466A-BAF0-DD89A6717C1F}" type="datetimeFigureOut">
              <a:rPr lang="en-IN" smtClean="0"/>
              <a:t>04-12-2023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4E2A8-000A-EAA5-1ACD-46B5FB8396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A300B-9140-B770-BAAB-DD14F694D1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20AD4-486A-4D0C-BC87-092B1F673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465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84)">
            <a:extLst>
              <a:ext uri="{FF2B5EF4-FFF2-40B4-BE49-F238E27FC236}">
                <a16:creationId xmlns:a16="http://schemas.microsoft.com/office/drawing/2014/main" id="{7057C17F-E1D5-AB05-D811-97CA9EF5059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66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79)">
            <a:extLst>
              <a:ext uri="{FF2B5EF4-FFF2-40B4-BE49-F238E27FC236}">
                <a16:creationId xmlns:a16="http://schemas.microsoft.com/office/drawing/2014/main" id="{0E5BD503-1968-C8A3-8632-6E4D18C627F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59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78)">
            <a:extLst>
              <a:ext uri="{FF2B5EF4-FFF2-40B4-BE49-F238E27FC236}">
                <a16:creationId xmlns:a16="http://schemas.microsoft.com/office/drawing/2014/main" id="{629B43CD-23DA-B487-BBBF-500883C957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57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(4785)">
            <a:extLst>
              <a:ext uri="{FF2B5EF4-FFF2-40B4-BE49-F238E27FC236}">
                <a16:creationId xmlns:a16="http://schemas.microsoft.com/office/drawing/2014/main" id="{B9468BC3-E48E-0751-B41E-427F0CAACF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68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3-12-04 at 20.53.49_56d957e9">
            <a:extLst>
              <a:ext uri="{FF2B5EF4-FFF2-40B4-BE49-F238E27FC236}">
                <a16:creationId xmlns:a16="http://schemas.microsoft.com/office/drawing/2014/main" id="{BBEF5A9A-2757-089D-FF6B-516B2257C25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425" y="0"/>
            <a:ext cx="9453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2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3-12-04 at 20.53.49_df3ce989">
            <a:extLst>
              <a:ext uri="{FF2B5EF4-FFF2-40B4-BE49-F238E27FC236}">
                <a16:creationId xmlns:a16="http://schemas.microsoft.com/office/drawing/2014/main" id="{99180D54-1545-77D2-89C7-E96C932C2F6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75" y="0"/>
            <a:ext cx="98472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3-12-04 at 20.53.50_7d1bb51f">
            <a:extLst>
              <a:ext uri="{FF2B5EF4-FFF2-40B4-BE49-F238E27FC236}">
                <a16:creationId xmlns:a16="http://schemas.microsoft.com/office/drawing/2014/main" id="{3AC9E33C-D4AA-7BC7-C717-3282506A0B1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088" y="0"/>
            <a:ext cx="9774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6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Ammar Ahmad</dc:creator>
  <cp:lastModifiedBy>Mohd Ammar Ahmad</cp:lastModifiedBy>
  <cp:revision>2</cp:revision>
  <dcterms:created xsi:type="dcterms:W3CDTF">2023-12-04T12:11:06Z</dcterms:created>
  <dcterms:modified xsi:type="dcterms:W3CDTF">2023-12-04T15:27:37Z</dcterms:modified>
</cp:coreProperties>
</file>